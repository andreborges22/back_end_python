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- Fundamentos da Programação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Tipos de Dados, Variáveis e Entrada/Saída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Dados Primitivos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</a:t>
            </a:r>
            <a:r>
              <a:rPr dirty="0"/>
              <a:t> – </a:t>
            </a:r>
            <a:r>
              <a:rPr dirty="0" err="1"/>
              <a:t>Números</a:t>
            </a:r>
            <a:r>
              <a:rPr dirty="0"/>
              <a:t> </a:t>
            </a:r>
            <a:r>
              <a:rPr dirty="0" err="1"/>
              <a:t>inteiros</a:t>
            </a:r>
            <a:r>
              <a:rPr dirty="0"/>
              <a:t> (ex: 10, -5)</a:t>
            </a:r>
          </a:p>
          <a:p>
            <a:pPr marL="0" indent="0">
              <a:buNone/>
            </a:pPr>
            <a:r>
              <a:rPr dirty="0"/>
              <a:t>• float – </a:t>
            </a:r>
            <a:r>
              <a:rPr dirty="0" err="1"/>
              <a:t>Números</a:t>
            </a:r>
            <a:r>
              <a:rPr dirty="0"/>
              <a:t> com </a:t>
            </a:r>
            <a:r>
              <a:rPr dirty="0" err="1"/>
              <a:t>ponto</a:t>
            </a:r>
            <a:r>
              <a:rPr dirty="0"/>
              <a:t> </a:t>
            </a:r>
            <a:r>
              <a:rPr dirty="0" err="1"/>
              <a:t>flutuante</a:t>
            </a:r>
            <a:r>
              <a:rPr dirty="0"/>
              <a:t> (ex: 3.14, -2.0)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str</a:t>
            </a:r>
            <a:r>
              <a:rPr dirty="0"/>
              <a:t> – </a:t>
            </a:r>
            <a:r>
              <a:rPr dirty="0" err="1"/>
              <a:t>Cadeia</a:t>
            </a:r>
            <a:r>
              <a:rPr dirty="0"/>
              <a:t> de </a:t>
            </a:r>
            <a:r>
              <a:rPr dirty="0" err="1"/>
              <a:t>caracteres</a:t>
            </a:r>
            <a:r>
              <a:rPr dirty="0"/>
              <a:t> (ex: '</a:t>
            </a:r>
            <a:r>
              <a:rPr dirty="0" err="1"/>
              <a:t>Olá</a:t>
            </a:r>
            <a:r>
              <a:rPr dirty="0"/>
              <a:t>', "Python")</a:t>
            </a:r>
          </a:p>
          <a:p>
            <a:pPr marL="0" indent="0">
              <a:buNone/>
            </a:pPr>
            <a:r>
              <a:rPr dirty="0"/>
              <a:t>• bool –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lógicos</a:t>
            </a:r>
            <a:r>
              <a:rPr dirty="0"/>
              <a:t> (True, False)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Constantes x Variáveis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Variável</a:t>
            </a:r>
            <a:r>
              <a:rPr dirty="0"/>
              <a:t>: </a:t>
            </a:r>
            <a:r>
              <a:rPr dirty="0" err="1"/>
              <a:t>espaço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cujo</a:t>
            </a:r>
            <a:r>
              <a:rPr dirty="0"/>
              <a:t> valor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mudar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a </a:t>
            </a:r>
            <a:r>
              <a:rPr dirty="0" err="1"/>
              <a:t>execução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Ex: </a:t>
            </a:r>
            <a:r>
              <a:rPr dirty="0" err="1"/>
              <a:t>idade</a:t>
            </a:r>
            <a:r>
              <a:rPr dirty="0"/>
              <a:t> = 25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Constante</a:t>
            </a:r>
            <a:r>
              <a:rPr dirty="0"/>
              <a:t>: valor que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mudar</a:t>
            </a:r>
            <a:r>
              <a:rPr dirty="0"/>
              <a:t>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convenção</a:t>
            </a:r>
            <a:r>
              <a:rPr dirty="0"/>
              <a:t>, </a:t>
            </a:r>
            <a:r>
              <a:rPr dirty="0" err="1"/>
              <a:t>escrito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maiúsculo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   Ex: PI = </a:t>
            </a:r>
            <a:r>
              <a:rPr dirty="0" smtClean="0"/>
              <a:t>3.14159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Declaração e Uso de Variáveis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necessário</a:t>
            </a:r>
            <a:r>
              <a:rPr dirty="0"/>
              <a:t> </a:t>
            </a:r>
            <a:r>
              <a:rPr dirty="0" err="1"/>
              <a:t>declarar</a:t>
            </a:r>
            <a:r>
              <a:rPr dirty="0"/>
              <a:t> o </a:t>
            </a:r>
            <a:r>
              <a:rPr dirty="0" err="1"/>
              <a:t>tipo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Atribuição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com '='.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 err="1"/>
              <a:t>nome</a:t>
            </a:r>
            <a:r>
              <a:rPr dirty="0"/>
              <a:t> = "</a:t>
            </a:r>
            <a:r>
              <a:rPr dirty="0" err="1"/>
              <a:t>João</a:t>
            </a:r>
            <a:r>
              <a:rPr dirty="0"/>
              <a:t>"</a:t>
            </a:r>
          </a:p>
          <a:p>
            <a:pPr marL="0" indent="0">
              <a:buNone/>
            </a:pPr>
            <a:r>
              <a:rPr dirty="0" err="1"/>
              <a:t>idade</a:t>
            </a:r>
            <a:r>
              <a:rPr dirty="0"/>
              <a:t> = 30</a:t>
            </a:r>
          </a:p>
          <a:p>
            <a:pPr marL="0" indent="0">
              <a:buNone/>
            </a:pPr>
            <a:r>
              <a:rPr dirty="0" err="1"/>
              <a:t>altura</a:t>
            </a:r>
            <a:r>
              <a:rPr dirty="0"/>
              <a:t> = 1.75</a:t>
            </a:r>
          </a:p>
          <a:p>
            <a:pPr marL="0" indent="0">
              <a:buNone/>
            </a:pPr>
            <a:r>
              <a:rPr dirty="0" err="1"/>
              <a:t>ativo</a:t>
            </a:r>
            <a:r>
              <a:rPr dirty="0"/>
              <a:t> =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Entrada e Saída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Saída</a:t>
            </a:r>
            <a:r>
              <a:rPr dirty="0"/>
              <a:t>: </a:t>
            </a:r>
            <a:r>
              <a:rPr dirty="0" err="1"/>
              <a:t>função</a:t>
            </a:r>
            <a:r>
              <a:rPr dirty="0"/>
              <a:t> print()</a:t>
            </a:r>
          </a:p>
          <a:p>
            <a:pPr marL="0" indent="0">
              <a:buNone/>
            </a:pPr>
            <a:r>
              <a:rPr dirty="0"/>
              <a:t>   Ex: print("</a:t>
            </a:r>
            <a:r>
              <a:rPr dirty="0" err="1"/>
              <a:t>Olá</a:t>
            </a:r>
            <a:r>
              <a:rPr dirty="0"/>
              <a:t>, </a:t>
            </a:r>
            <a:r>
              <a:rPr dirty="0" err="1"/>
              <a:t>mundo</a:t>
            </a:r>
            <a:r>
              <a:rPr dirty="0"/>
              <a:t>!")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Entrada: </a:t>
            </a:r>
            <a:r>
              <a:rPr dirty="0" err="1"/>
              <a:t>função</a:t>
            </a:r>
            <a:r>
              <a:rPr dirty="0"/>
              <a:t> input()</a:t>
            </a:r>
          </a:p>
          <a:p>
            <a:pPr marL="0" indent="0">
              <a:buNone/>
            </a:pPr>
            <a:r>
              <a:rPr dirty="0"/>
              <a:t>   Ex: </a:t>
            </a:r>
            <a:r>
              <a:rPr dirty="0" err="1"/>
              <a:t>nome</a:t>
            </a:r>
            <a:r>
              <a:rPr dirty="0"/>
              <a:t> = input("</a:t>
            </a:r>
            <a:r>
              <a:rPr dirty="0" err="1"/>
              <a:t>Digite</a:t>
            </a:r>
            <a:r>
              <a:rPr dirty="0"/>
              <a:t>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: 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Casting de Dados (Conversão)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Conversão</a:t>
            </a:r>
            <a:r>
              <a:rPr dirty="0"/>
              <a:t> </a:t>
            </a:r>
            <a:r>
              <a:rPr dirty="0" err="1"/>
              <a:t>explícita</a:t>
            </a:r>
            <a:r>
              <a:rPr dirty="0"/>
              <a:t> de </a:t>
            </a:r>
            <a:r>
              <a:rPr dirty="0" err="1"/>
              <a:t>tipos</a:t>
            </a:r>
            <a:r>
              <a:rPr dirty="0"/>
              <a:t>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int</a:t>
            </a:r>
            <a:r>
              <a:rPr dirty="0"/>
              <a:t>() – </a:t>
            </a:r>
            <a:r>
              <a:rPr dirty="0" err="1"/>
              <a:t>converte</a:t>
            </a:r>
            <a:r>
              <a:rPr dirty="0"/>
              <a:t> para </a:t>
            </a:r>
            <a:r>
              <a:rPr dirty="0" err="1"/>
              <a:t>inteiro</a:t>
            </a:r>
            <a:endParaRPr dirty="0"/>
          </a:p>
          <a:p>
            <a:pPr marL="0" indent="0">
              <a:buNone/>
            </a:pPr>
            <a:r>
              <a:rPr dirty="0"/>
              <a:t>float() – </a:t>
            </a:r>
            <a:r>
              <a:rPr dirty="0" err="1"/>
              <a:t>converte</a:t>
            </a:r>
            <a:r>
              <a:rPr dirty="0"/>
              <a:t> para decimal</a:t>
            </a:r>
          </a:p>
          <a:p>
            <a:pPr marL="0" indent="0">
              <a:buNone/>
            </a:pPr>
            <a:r>
              <a:rPr dirty="0" err="1"/>
              <a:t>str</a:t>
            </a:r>
            <a:r>
              <a:rPr dirty="0"/>
              <a:t>() – </a:t>
            </a:r>
            <a:r>
              <a:rPr dirty="0" err="1"/>
              <a:t>converte</a:t>
            </a:r>
            <a:r>
              <a:rPr dirty="0"/>
              <a:t> para string</a:t>
            </a:r>
          </a:p>
          <a:p>
            <a:pPr marL="0" indent="0">
              <a:buNone/>
            </a:pPr>
            <a:r>
              <a:rPr dirty="0"/>
              <a:t>bool() – </a:t>
            </a:r>
            <a:r>
              <a:rPr dirty="0" err="1"/>
              <a:t>converte</a:t>
            </a:r>
            <a:r>
              <a:rPr dirty="0"/>
              <a:t> para </a:t>
            </a:r>
            <a:r>
              <a:rPr dirty="0" err="1"/>
              <a:t>booleano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Ex: </a:t>
            </a:r>
            <a:r>
              <a:rPr dirty="0" err="1"/>
              <a:t>idade</a:t>
            </a:r>
            <a:r>
              <a:rPr dirty="0"/>
              <a:t> = </a:t>
            </a:r>
            <a:r>
              <a:rPr dirty="0" err="1"/>
              <a:t>int</a:t>
            </a:r>
            <a:r>
              <a:rPr dirty="0"/>
              <a:t>(input("</a:t>
            </a:r>
            <a:r>
              <a:rPr dirty="0" err="1"/>
              <a:t>Digite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idade</a:t>
            </a:r>
            <a:r>
              <a:rPr dirty="0"/>
              <a:t>: "))</a:t>
            </a:r>
          </a:p>
        </p:txBody>
      </p:sp>
      <p:sp>
        <p:nvSpPr>
          <p:cNvPr id="4" name="Retângulo 3"/>
          <p:cNvSpPr/>
          <p:nvPr/>
        </p:nvSpPr>
        <p:spPr>
          <a:xfrm>
            <a:off x="457200" y="6126163"/>
            <a:ext cx="807772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dirty="0"/>
              <a:t>👉 Próxima aula: </a:t>
            </a:r>
            <a:r>
              <a:rPr lang="pt-BR" sz="3000" dirty="0" smtClean="0"/>
              <a:t>Operadores da linguagem Python</a:t>
            </a:r>
            <a:endParaRPr lang="pt-BR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240</Words>
  <Application>Microsoft Office PowerPoint</Application>
  <PresentationFormat>Apresentação na tela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Python - Fundamentos da Programação</vt:lpstr>
      <vt:lpstr>Tipos de Dados Primitivos</vt:lpstr>
      <vt:lpstr>Constantes x Variáveis</vt:lpstr>
      <vt:lpstr>Declaração e Uso de Variáveis</vt:lpstr>
      <vt:lpstr>Entrada e Saída de Dados</vt:lpstr>
      <vt:lpstr>Casting de Dados (Conversão)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 Fundamentos da Programação</dc:title>
  <dc:subject/>
  <dc:creator/>
  <cp:keywords/>
  <dc:description>generated using python-pptx</dc:description>
  <cp:lastModifiedBy>André Borges</cp:lastModifiedBy>
  <cp:revision>4</cp:revision>
  <dcterms:created xsi:type="dcterms:W3CDTF">2013-01-27T09:14:16Z</dcterms:created>
  <dcterms:modified xsi:type="dcterms:W3CDTF">2025-06-14T23:23:14Z</dcterms:modified>
  <cp:category/>
</cp:coreProperties>
</file>