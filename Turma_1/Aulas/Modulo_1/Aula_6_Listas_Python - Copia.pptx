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Trabalhando com Listas em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Criação, Acesso, Métodos e Fatiamento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Manipular coleções de dados usando listas em Python.</a:t>
            </a:r>
          </a:p>
          <a:p>
            <a:r>
              <a:t>✔ Aprender criação, acesso, métodos e fatiamento de listas.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Criação de Listas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Sintaxe básica:</a:t>
            </a:r>
          </a:p>
          <a:p>
            <a:r>
              <a:t>nomes = ['Ana', 'Bruno', 'Carlos']</a:t>
            </a:r>
          </a:p>
          <a:p/>
          <a:p>
            <a:r>
              <a:t>✔ Listas podem conter diferentes tipos de dados:</a:t>
            </a:r>
          </a:p>
          <a:p>
            <a:r>
              <a:t>dados = [1, 3.5, 'Python', True]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Acesso a Elementos da Lista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Por índice (começando do zero):</a:t>
            </a:r>
          </a:p>
          <a:p>
            <a:r>
              <a:t>print(nomes[0]) → 'Ana'</a:t>
            </a:r>
          </a:p>
          <a:p>
            <a:r>
              <a:t>print(nomes[2]) → 'Carlos'</a:t>
            </a:r>
          </a:p>
          <a:p/>
          <a:p>
            <a:r>
              <a:t>✔ Índices negativos:</a:t>
            </a:r>
          </a:p>
          <a:p>
            <a:r>
              <a:t>print(nomes[-1]) → 'Carlos'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Método append()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Adiciona um elemento ao final da lista.</a:t>
            </a:r>
          </a:p>
          <a:p/>
          <a:p>
            <a:r>
              <a:t>Exemplo:</a:t>
            </a:r>
          </a:p>
          <a:p>
            <a:r>
              <a:t>nomes = ['Ana', 'Bruno']</a:t>
            </a:r>
          </a:p>
          <a:p>
            <a:r>
              <a:t>nomes.append('Carlos')</a:t>
            </a:r>
          </a:p>
          <a:p>
            <a:r>
              <a:t>print(nomes) → ['Ana', 'Bruno', 'Carlos']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Método insert()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Insere um elemento em uma posição específica.</a:t>
            </a:r>
          </a:p>
          <a:p/>
          <a:p>
            <a:r>
              <a:t>Exemplo:</a:t>
            </a:r>
          </a:p>
          <a:p>
            <a:r>
              <a:t>nomes = ['Ana', 'Carlos']</a:t>
            </a:r>
          </a:p>
          <a:p>
            <a:r>
              <a:t>nomes.insert(1, 'Bruno')</a:t>
            </a:r>
          </a:p>
          <a:p>
            <a:r>
              <a:t>print(nomes) → ['Ana', 'Bruno', 'Carlos']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Método remove()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Remove a primeira ocorrência de um valor específico.</a:t>
            </a:r>
          </a:p>
          <a:p/>
          <a:p>
            <a:r>
              <a:t>Exemplo:</a:t>
            </a:r>
          </a:p>
          <a:p>
            <a:r>
              <a:t>nomes = ['Ana', 'Bruno', 'Carlos']</a:t>
            </a:r>
          </a:p>
          <a:p>
            <a:r>
              <a:t>nomes.remove('Bruno')</a:t>
            </a:r>
          </a:p>
          <a:p>
            <a:r>
              <a:t>print(nomes) → ['Ana', 'Carlos']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Fatiamento de Listas (Slicing)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Permite acessar partes da lista.</a:t>
            </a:r>
          </a:p>
          <a:p/>
          <a:p>
            <a:r>
              <a:t>Exemplos:</a:t>
            </a:r>
          </a:p>
          <a:p>
            <a:r>
              <a:t>nomes = ['Ana', 'Bruno', 'Carlos', 'Daniel']</a:t>
            </a:r>
          </a:p>
          <a:p/>
          <a:p>
            <a:r>
              <a:t>print(nomes[1:3]) → ['Bruno', 'Carlos']</a:t>
            </a:r>
          </a:p>
          <a:p>
            <a:r>
              <a:t>print(nomes[:2]) → ['Ana', 'Bruno']</a:t>
            </a:r>
          </a:p>
          <a:p>
            <a:r>
              <a:t>print(nomes[2:]) → ['Carlos', 'Daniel']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Criação e acesso a listas</a:t>
            </a:r>
          </a:p>
          <a:p>
            <a:r>
              <a:t>✔ Métodos append(), insert(), remove()</a:t>
            </a:r>
          </a:p>
          <a:p>
            <a:r>
              <a:t>✔ Fatiamento de listas (slicing)</a:t>
            </a:r>
          </a:p>
          <a:p/>
          <a:p>
            <a:r>
              <a:t>👉 Próxima aula: Tuplas e Dicionários em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