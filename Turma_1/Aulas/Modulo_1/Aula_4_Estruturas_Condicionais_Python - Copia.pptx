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Estruturas Condicionais em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(if, elif, else)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são Estruturas Condicionais?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✔ </a:t>
            </a:r>
            <a:r>
              <a:rPr dirty="0" err="1"/>
              <a:t>Permitem</a:t>
            </a:r>
            <a:r>
              <a:rPr dirty="0"/>
              <a:t> que o </a:t>
            </a:r>
            <a:r>
              <a:rPr dirty="0" err="1"/>
              <a:t>programa</a:t>
            </a:r>
            <a:r>
              <a:rPr dirty="0"/>
              <a:t> tome </a:t>
            </a:r>
            <a:r>
              <a:rPr dirty="0" err="1"/>
              <a:t>decisões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✔ </a:t>
            </a:r>
            <a:r>
              <a:rPr dirty="0" err="1"/>
              <a:t>Executam</a:t>
            </a:r>
            <a:r>
              <a:rPr dirty="0"/>
              <a:t> </a:t>
            </a:r>
            <a:r>
              <a:rPr dirty="0" err="1"/>
              <a:t>diferentes</a:t>
            </a:r>
            <a:r>
              <a:rPr dirty="0"/>
              <a:t> </a:t>
            </a:r>
            <a:r>
              <a:rPr dirty="0" err="1"/>
              <a:t>blocos</a:t>
            </a:r>
            <a:r>
              <a:rPr dirty="0"/>
              <a:t> de </a:t>
            </a:r>
            <a:r>
              <a:rPr dirty="0" err="1"/>
              <a:t>código</a:t>
            </a:r>
            <a:r>
              <a:rPr dirty="0"/>
              <a:t> </a:t>
            </a:r>
            <a:r>
              <a:rPr dirty="0" err="1"/>
              <a:t>dependendo</a:t>
            </a:r>
            <a:r>
              <a:rPr dirty="0"/>
              <a:t> de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condição</a:t>
            </a:r>
            <a:r>
              <a:rPr dirty="0"/>
              <a:t>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 err="1"/>
              <a:t>Exemplo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/>
              <a:t>Se </a:t>
            </a:r>
            <a:r>
              <a:rPr dirty="0" err="1"/>
              <a:t>idade</a:t>
            </a:r>
            <a:r>
              <a:rPr dirty="0"/>
              <a:t> &gt;= 18 → </a:t>
            </a:r>
            <a:r>
              <a:rPr dirty="0" err="1"/>
              <a:t>Permitir</a:t>
            </a:r>
            <a:r>
              <a:rPr dirty="0"/>
              <a:t> entrada.</a:t>
            </a:r>
          </a:p>
          <a:p>
            <a:pPr marL="0" indent="0">
              <a:buNone/>
            </a:pPr>
            <a:r>
              <a:rPr dirty="0" err="1"/>
              <a:t>Senão</a:t>
            </a:r>
            <a:r>
              <a:rPr dirty="0"/>
              <a:t> → Negar entrada.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Estrutura Básica 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 err="1"/>
              <a:t>Sintaxe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 err="1"/>
              <a:t>idade</a:t>
            </a:r>
            <a:r>
              <a:rPr dirty="0"/>
              <a:t> = 20</a:t>
            </a:r>
          </a:p>
          <a:p>
            <a:pPr marL="0" indent="0">
              <a:buNone/>
            </a:pPr>
            <a:r>
              <a:rPr dirty="0"/>
              <a:t>if </a:t>
            </a:r>
            <a:r>
              <a:rPr dirty="0" err="1"/>
              <a:t>idade</a:t>
            </a:r>
            <a:r>
              <a:rPr dirty="0"/>
              <a:t> &gt;= 18:</a:t>
            </a:r>
          </a:p>
          <a:p>
            <a:pPr marL="0" indent="0">
              <a:buNone/>
            </a:pPr>
            <a:r>
              <a:rPr dirty="0"/>
              <a:t>    print("</a:t>
            </a:r>
            <a:r>
              <a:rPr dirty="0" err="1"/>
              <a:t>Maior</a:t>
            </a:r>
            <a:r>
              <a:rPr dirty="0"/>
              <a:t> de </a:t>
            </a:r>
            <a:r>
              <a:rPr dirty="0" err="1"/>
              <a:t>idade</a:t>
            </a:r>
            <a:r>
              <a:rPr dirty="0"/>
              <a:t>")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✔ Se a </a:t>
            </a:r>
            <a:r>
              <a:rPr dirty="0" err="1"/>
              <a:t>condição</a:t>
            </a:r>
            <a:r>
              <a:rPr dirty="0"/>
              <a:t> for True, o </a:t>
            </a:r>
            <a:r>
              <a:rPr dirty="0" err="1"/>
              <a:t>bloco</a:t>
            </a:r>
            <a:r>
              <a:rPr dirty="0"/>
              <a:t> de </a:t>
            </a:r>
            <a:r>
              <a:rPr dirty="0" err="1"/>
              <a:t>código</a:t>
            </a:r>
            <a:r>
              <a:rPr dirty="0"/>
              <a:t> </a:t>
            </a:r>
            <a:r>
              <a:rPr dirty="0" err="1"/>
              <a:t>será</a:t>
            </a:r>
            <a:r>
              <a:rPr dirty="0"/>
              <a:t> </a:t>
            </a:r>
            <a:r>
              <a:rPr dirty="0" err="1"/>
              <a:t>executado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Estrutura Básica if - else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Sintaxe:</a:t>
            </a:r>
          </a:p>
          <a:p>
            <a:r>
              <a:t>idade = 16</a:t>
            </a:r>
          </a:p>
          <a:p>
            <a:r>
              <a:t>if idade &gt;= 18:</a:t>
            </a:r>
          </a:p>
          <a:p>
            <a:r>
              <a:t>    print("Maior de idade")</a:t>
            </a:r>
          </a:p>
          <a:p>
            <a:r>
              <a:t>else:</a:t>
            </a:r>
          </a:p>
          <a:p>
            <a:r>
              <a:t>    print("Menor de idade")</a:t>
            </a:r>
          </a:p>
          <a:p>
            <a:endParaRPr/>
          </a:p>
          <a:p>
            <a:r>
              <a:t>✔ Dois caminhos possíveis: condição verdadeira ou falsa.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Estrutura if – elif – else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dirty="0" err="1"/>
              <a:t>Sintaxe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/>
              <a:t>nota = 7</a:t>
            </a:r>
          </a:p>
          <a:p>
            <a:pPr marL="0" indent="0">
              <a:buNone/>
            </a:pPr>
            <a:r>
              <a:rPr dirty="0"/>
              <a:t>if nota &gt;= 9:</a:t>
            </a:r>
          </a:p>
          <a:p>
            <a:pPr marL="0" indent="0">
              <a:buNone/>
            </a:pPr>
            <a:r>
              <a:rPr dirty="0"/>
              <a:t>    print("</a:t>
            </a:r>
            <a:r>
              <a:rPr dirty="0" err="1"/>
              <a:t>Ótimo</a:t>
            </a:r>
            <a:r>
              <a:rPr dirty="0"/>
              <a:t>")</a:t>
            </a:r>
          </a:p>
          <a:p>
            <a:pPr marL="0" indent="0">
              <a:buNone/>
            </a:pPr>
            <a:r>
              <a:rPr dirty="0" err="1"/>
              <a:t>elif</a:t>
            </a:r>
            <a:r>
              <a:rPr dirty="0"/>
              <a:t> nota &gt;= 7:</a:t>
            </a:r>
          </a:p>
          <a:p>
            <a:pPr marL="0" indent="0">
              <a:buNone/>
            </a:pPr>
            <a:r>
              <a:rPr dirty="0"/>
              <a:t>    print("</a:t>
            </a:r>
            <a:r>
              <a:rPr dirty="0" err="1"/>
              <a:t>Bom</a:t>
            </a:r>
            <a:r>
              <a:rPr dirty="0"/>
              <a:t>")</a:t>
            </a:r>
          </a:p>
          <a:p>
            <a:pPr marL="0" indent="0">
              <a:buNone/>
            </a:pPr>
            <a:r>
              <a:rPr dirty="0" err="1"/>
              <a:t>elif</a:t>
            </a:r>
            <a:r>
              <a:rPr dirty="0"/>
              <a:t> nota &gt;= 5:</a:t>
            </a:r>
          </a:p>
          <a:p>
            <a:pPr marL="0" indent="0">
              <a:buNone/>
            </a:pPr>
            <a:r>
              <a:rPr dirty="0"/>
              <a:t>    print("Regular")</a:t>
            </a:r>
          </a:p>
          <a:p>
            <a:pPr marL="0" indent="0">
              <a:buNone/>
            </a:pPr>
            <a:r>
              <a:rPr dirty="0"/>
              <a:t>else:</a:t>
            </a:r>
          </a:p>
          <a:p>
            <a:pPr marL="0" indent="0">
              <a:buNone/>
            </a:pPr>
            <a:r>
              <a:rPr dirty="0"/>
              <a:t>    print("</a:t>
            </a:r>
            <a:r>
              <a:rPr dirty="0" err="1"/>
              <a:t>Insuficiente</a:t>
            </a:r>
            <a:r>
              <a:rPr dirty="0"/>
              <a:t>")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✔ </a:t>
            </a:r>
            <a:r>
              <a:rPr dirty="0" err="1"/>
              <a:t>Avalia</a:t>
            </a:r>
            <a:r>
              <a:rPr dirty="0"/>
              <a:t> as </a:t>
            </a:r>
            <a:r>
              <a:rPr dirty="0" err="1"/>
              <a:t>condições</a:t>
            </a:r>
            <a:r>
              <a:rPr dirty="0"/>
              <a:t> de </a:t>
            </a:r>
            <a:r>
              <a:rPr dirty="0" err="1"/>
              <a:t>cima</a:t>
            </a:r>
            <a:r>
              <a:rPr dirty="0"/>
              <a:t> para </a:t>
            </a:r>
            <a:r>
              <a:rPr dirty="0" err="1"/>
              <a:t>baixo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Boas Práticas na Escrita de Condicionais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dirty="0"/>
              <a:t>✅ </a:t>
            </a:r>
            <a:r>
              <a:rPr dirty="0" err="1"/>
              <a:t>Indente</a:t>
            </a:r>
            <a:r>
              <a:rPr dirty="0"/>
              <a:t> </a:t>
            </a:r>
            <a:r>
              <a:rPr dirty="0" err="1"/>
              <a:t>corretamente</a:t>
            </a:r>
            <a:r>
              <a:rPr dirty="0"/>
              <a:t>: use 4 </a:t>
            </a:r>
            <a:r>
              <a:rPr dirty="0" err="1"/>
              <a:t>espaços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TAB.</a:t>
            </a:r>
          </a:p>
          <a:p>
            <a:pPr marL="0" indent="0">
              <a:buNone/>
            </a:pPr>
            <a:r>
              <a:rPr dirty="0"/>
              <a:t>✅ </a:t>
            </a:r>
            <a:r>
              <a:rPr dirty="0" err="1"/>
              <a:t>Seja</a:t>
            </a:r>
            <a:r>
              <a:rPr dirty="0"/>
              <a:t> </a:t>
            </a:r>
            <a:r>
              <a:rPr dirty="0" err="1"/>
              <a:t>claro</a:t>
            </a:r>
            <a:r>
              <a:rPr dirty="0"/>
              <a:t> </a:t>
            </a:r>
            <a:r>
              <a:rPr dirty="0" err="1"/>
              <a:t>nas</a:t>
            </a:r>
            <a:r>
              <a:rPr dirty="0"/>
              <a:t> </a:t>
            </a:r>
            <a:r>
              <a:rPr dirty="0" err="1"/>
              <a:t>condições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✅ </a:t>
            </a:r>
            <a:r>
              <a:rPr dirty="0" err="1"/>
              <a:t>Comente</a:t>
            </a:r>
            <a:r>
              <a:rPr dirty="0"/>
              <a:t> </a:t>
            </a:r>
            <a:r>
              <a:rPr dirty="0" err="1"/>
              <a:t>códigos</a:t>
            </a:r>
            <a:r>
              <a:rPr dirty="0"/>
              <a:t> </a:t>
            </a:r>
            <a:r>
              <a:rPr dirty="0" err="1"/>
              <a:t>complexos</a:t>
            </a:r>
            <a:r>
              <a:rPr dirty="0"/>
              <a:t>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 err="1"/>
              <a:t>Exemplo</a:t>
            </a:r>
            <a:r>
              <a:rPr dirty="0"/>
              <a:t> </a:t>
            </a:r>
            <a:r>
              <a:rPr dirty="0" err="1"/>
              <a:t>ruim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/>
              <a:t>if a == b and c == d or e == f and g == h:</a:t>
            </a:r>
          </a:p>
          <a:p>
            <a:pPr marL="0" indent="0">
              <a:buNone/>
            </a:pPr>
            <a:r>
              <a:rPr dirty="0"/>
              <a:t>    print("</a:t>
            </a:r>
            <a:r>
              <a:rPr dirty="0" err="1"/>
              <a:t>Confuso</a:t>
            </a:r>
            <a:r>
              <a:rPr dirty="0"/>
              <a:t>")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 err="1"/>
              <a:t>Exemplo</a:t>
            </a:r>
            <a:r>
              <a:rPr dirty="0"/>
              <a:t> </a:t>
            </a:r>
            <a:r>
              <a:rPr dirty="0" err="1"/>
              <a:t>melhor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 err="1"/>
              <a:t>Separe</a:t>
            </a:r>
            <a:r>
              <a:rPr dirty="0"/>
              <a:t> a </a:t>
            </a:r>
            <a:r>
              <a:rPr dirty="0" err="1"/>
              <a:t>lógica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use </a:t>
            </a:r>
            <a:r>
              <a:rPr dirty="0" err="1"/>
              <a:t>variáveis</a:t>
            </a:r>
            <a:r>
              <a:rPr dirty="0"/>
              <a:t> </a:t>
            </a:r>
            <a:r>
              <a:rPr dirty="0" err="1"/>
              <a:t>intermediárias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Resumo da Aula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✔ </a:t>
            </a:r>
            <a:r>
              <a:rPr dirty="0" err="1"/>
              <a:t>Estrutura</a:t>
            </a:r>
            <a:r>
              <a:rPr dirty="0"/>
              <a:t> </a:t>
            </a:r>
            <a:r>
              <a:rPr dirty="0" err="1"/>
              <a:t>básica</a:t>
            </a:r>
            <a:r>
              <a:rPr dirty="0"/>
              <a:t> if</a:t>
            </a:r>
          </a:p>
          <a:p>
            <a:pPr marL="0" indent="0">
              <a:buNone/>
            </a:pPr>
            <a:r>
              <a:rPr dirty="0"/>
              <a:t>✔ </a:t>
            </a:r>
            <a:r>
              <a:rPr dirty="0" err="1"/>
              <a:t>Estrutura</a:t>
            </a:r>
            <a:r>
              <a:rPr dirty="0"/>
              <a:t> if - else</a:t>
            </a:r>
          </a:p>
          <a:p>
            <a:pPr marL="0" indent="0">
              <a:buNone/>
            </a:pPr>
            <a:r>
              <a:rPr dirty="0"/>
              <a:t>✔ </a:t>
            </a:r>
            <a:r>
              <a:rPr dirty="0" err="1"/>
              <a:t>Estrutura</a:t>
            </a:r>
            <a:r>
              <a:rPr dirty="0"/>
              <a:t> if – </a:t>
            </a:r>
            <a:r>
              <a:rPr dirty="0" err="1"/>
              <a:t>elif</a:t>
            </a:r>
            <a:r>
              <a:rPr dirty="0"/>
              <a:t> – else</a:t>
            </a:r>
          </a:p>
          <a:p>
            <a:pPr marL="0" indent="0">
              <a:buNone/>
            </a:pPr>
            <a:r>
              <a:rPr dirty="0"/>
              <a:t>✔ Boas </a:t>
            </a:r>
            <a:r>
              <a:rPr dirty="0" err="1"/>
              <a:t>práticas</a:t>
            </a:r>
            <a:endParaRPr dirty="0"/>
          </a:p>
          <a:p>
            <a:pPr marL="0" indent="0">
              <a:buNone/>
            </a:pPr>
            <a:endParaRPr dirty="0"/>
          </a:p>
        </p:txBody>
      </p:sp>
      <p:sp>
        <p:nvSpPr>
          <p:cNvPr id="4" name="Retângulo 3"/>
          <p:cNvSpPr/>
          <p:nvPr/>
        </p:nvSpPr>
        <p:spPr>
          <a:xfrm>
            <a:off x="2223953" y="6126163"/>
            <a:ext cx="4696094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000" dirty="0"/>
              <a:t>👉 Próxima aula: </a:t>
            </a:r>
            <a:r>
              <a:rPr lang="pt-BR" sz="3000" dirty="0" smtClean="0"/>
              <a:t>Operadores</a:t>
            </a:r>
            <a:endParaRPr lang="pt-BR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273</Words>
  <Application>Microsoft Office PowerPoint</Application>
  <PresentationFormat>Apresentação na tela (4:3)</PresentationFormat>
  <Paragraphs>55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Estruturas Condicionais em Python</vt:lpstr>
      <vt:lpstr>O que são Estruturas Condicionais?</vt:lpstr>
      <vt:lpstr>Estrutura Básica if</vt:lpstr>
      <vt:lpstr>Estrutura Básica if - else</vt:lpstr>
      <vt:lpstr>Estrutura if – elif – else</vt:lpstr>
      <vt:lpstr>Boas Práticas na Escrita de Condicionais</vt:lpstr>
      <vt:lpstr>Resumo da Aula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Estruturas Condicionais em Python</dc:title>
  <dc:subject/>
  <dc:creator/>
  <cp:keywords/>
  <dc:description>generated using python-pptx</dc:description>
  <cp:lastModifiedBy>André Borges</cp:lastModifiedBy>
  <cp:revision>4</cp:revision>
  <dcterms:created xsi:type="dcterms:W3CDTF">2013-01-27T09:14:16Z</dcterms:created>
  <dcterms:modified xsi:type="dcterms:W3CDTF">2025-06-14T23:23:09Z</dcterms:modified>
  <cp:category/>
</cp:coreProperties>
</file>