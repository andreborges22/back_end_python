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- Operadores e Precedência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Aritméticos, Relacionais, Lógicos e Ordem de Execução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Soma: +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Subtração</a:t>
            </a:r>
            <a:r>
              <a:rPr dirty="0"/>
              <a:t>: -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Multiplicação</a:t>
            </a:r>
            <a:r>
              <a:rPr dirty="0"/>
              <a:t>: *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Divisão</a:t>
            </a:r>
            <a:r>
              <a:rPr dirty="0"/>
              <a:t>: /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inteira</a:t>
            </a:r>
            <a:r>
              <a:rPr dirty="0"/>
              <a:t>: //</a:t>
            </a:r>
          </a:p>
          <a:p>
            <a:pPr marL="0" indent="0">
              <a:buNone/>
            </a:pPr>
            <a:r>
              <a:rPr dirty="0"/>
              <a:t>• Resto da </a:t>
            </a:r>
            <a:r>
              <a:rPr dirty="0" err="1"/>
              <a:t>divisão</a:t>
            </a:r>
            <a:r>
              <a:rPr dirty="0"/>
              <a:t>: %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Potenciação</a:t>
            </a:r>
            <a:r>
              <a:rPr dirty="0"/>
              <a:t>: **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resultado</a:t>
            </a:r>
            <a:r>
              <a:rPr dirty="0"/>
              <a:t> = (2 + 3) *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Relacionais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Igual</a:t>
            </a:r>
            <a:r>
              <a:rPr dirty="0"/>
              <a:t>: ==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Diferente</a:t>
            </a:r>
            <a:r>
              <a:rPr dirty="0"/>
              <a:t>: !=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Maior</a:t>
            </a:r>
            <a:r>
              <a:rPr dirty="0"/>
              <a:t> que: &gt;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Menor</a:t>
            </a:r>
            <a:r>
              <a:rPr dirty="0"/>
              <a:t> que: &lt;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: &gt;=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: &lt;=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idade</a:t>
            </a:r>
            <a:r>
              <a:rPr dirty="0"/>
              <a:t> &gt;=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Lógicos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and – E </a:t>
            </a:r>
            <a:r>
              <a:rPr dirty="0" err="1"/>
              <a:t>lógico</a:t>
            </a:r>
            <a:endParaRPr dirty="0"/>
          </a:p>
          <a:p>
            <a:pPr marL="0" indent="0">
              <a:buNone/>
            </a:pPr>
            <a:r>
              <a:rPr dirty="0"/>
              <a:t>• or – OU </a:t>
            </a:r>
            <a:r>
              <a:rPr dirty="0" err="1"/>
              <a:t>lógico</a:t>
            </a:r>
            <a:endParaRPr dirty="0"/>
          </a:p>
          <a:p>
            <a:pPr marL="0" indent="0">
              <a:buNone/>
            </a:pPr>
            <a:r>
              <a:rPr dirty="0"/>
              <a:t>• not – </a:t>
            </a:r>
            <a:r>
              <a:rPr dirty="0" err="1"/>
              <a:t>Negação</a:t>
            </a:r>
            <a:r>
              <a:rPr dirty="0"/>
              <a:t> </a:t>
            </a:r>
            <a:r>
              <a:rPr dirty="0" err="1"/>
              <a:t>lógica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(</a:t>
            </a:r>
            <a:r>
              <a:rPr dirty="0" err="1"/>
              <a:t>idade</a:t>
            </a:r>
            <a:r>
              <a:rPr dirty="0"/>
              <a:t> &gt;= 18) and (</a:t>
            </a:r>
            <a:r>
              <a:rPr dirty="0" err="1"/>
              <a:t>saldo</a:t>
            </a:r>
            <a:r>
              <a:rPr dirty="0"/>
              <a:t> &gt;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Precedência e Associação dos Operadores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 err="1"/>
              <a:t>Ordem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Parênteses</a:t>
            </a:r>
            <a:r>
              <a:rPr dirty="0"/>
              <a:t>: ()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Potenciação</a:t>
            </a:r>
            <a:r>
              <a:rPr dirty="0"/>
              <a:t>: **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Multiplicação</a:t>
            </a:r>
            <a:r>
              <a:rPr dirty="0"/>
              <a:t>, </a:t>
            </a:r>
            <a:r>
              <a:rPr dirty="0" err="1"/>
              <a:t>Divisão</a:t>
            </a:r>
            <a:r>
              <a:rPr dirty="0"/>
              <a:t>,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inteira</a:t>
            </a:r>
            <a:r>
              <a:rPr dirty="0"/>
              <a:t> e </a:t>
            </a:r>
            <a:r>
              <a:rPr dirty="0" err="1"/>
              <a:t>Módulo</a:t>
            </a:r>
            <a:r>
              <a:rPr dirty="0"/>
              <a:t>: *, /, //, %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Adição</a:t>
            </a:r>
            <a:r>
              <a:rPr dirty="0"/>
              <a:t> e </a:t>
            </a:r>
            <a:r>
              <a:rPr dirty="0" err="1"/>
              <a:t>Subtração</a:t>
            </a:r>
            <a:r>
              <a:rPr dirty="0"/>
              <a:t>: +, -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dirty="0" err="1"/>
              <a:t>Relacionais</a:t>
            </a:r>
            <a:r>
              <a:rPr dirty="0"/>
              <a:t>: &gt;, &lt;, &gt;=, &lt;=, ==, !=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dirty="0" err="1"/>
              <a:t>Lógicos</a:t>
            </a:r>
            <a:r>
              <a:rPr dirty="0"/>
              <a:t>: not → and → or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Associação</a:t>
            </a:r>
            <a:r>
              <a:rPr dirty="0"/>
              <a:t>: </a:t>
            </a:r>
            <a:r>
              <a:rPr dirty="0" err="1"/>
              <a:t>geralmente</a:t>
            </a:r>
            <a:r>
              <a:rPr dirty="0"/>
              <a:t> da </a:t>
            </a:r>
            <a:r>
              <a:rPr dirty="0" err="1"/>
              <a:t>esquerda</a:t>
            </a:r>
            <a:r>
              <a:rPr dirty="0"/>
              <a:t> para a </a:t>
            </a:r>
            <a:r>
              <a:rPr dirty="0" err="1"/>
              <a:t>direita</a:t>
            </a:r>
            <a:r>
              <a:rPr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13062" y="6126163"/>
            <a:ext cx="65178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/>
              <a:t>👉 Próxima aula: </a:t>
            </a:r>
            <a:r>
              <a:rPr lang="pt-BR" sz="3000" dirty="0" smtClean="0"/>
              <a:t>Estruturas Condicionais</a:t>
            </a:r>
            <a:endParaRPr lang="pt-BR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202</Words>
  <Application>Microsoft Office PowerPoint</Application>
  <PresentationFormat>Apresentação na tela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Python - Operadores e Precedência</vt:lpstr>
      <vt:lpstr>Operadores Aritméticos</vt:lpstr>
      <vt:lpstr>Operadores Relacionais</vt:lpstr>
      <vt:lpstr>Operadores Lógicos</vt:lpstr>
      <vt:lpstr>Precedência e Associação dos Operadores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Operadores e Precedência</dc:title>
  <dc:subject/>
  <dc:creator/>
  <cp:keywords/>
  <dc:description>generated using python-pptx</dc:description>
  <cp:lastModifiedBy>André Borges</cp:lastModifiedBy>
  <cp:revision>4</cp:revision>
  <dcterms:created xsi:type="dcterms:W3CDTF">2013-01-27T09:14:16Z</dcterms:created>
  <dcterms:modified xsi:type="dcterms:W3CDTF">2025-06-14T23:22:58Z</dcterms:modified>
  <cp:category/>
</cp:coreProperties>
</file>