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Estruturas de Repetição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while, for, range, break e continue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Apresentar</a:t>
            </a:r>
            <a:r>
              <a:rPr dirty="0" smtClean="0"/>
              <a:t> </a:t>
            </a:r>
            <a:r>
              <a:rPr dirty="0"/>
              <a:t>as </a:t>
            </a:r>
            <a:r>
              <a:rPr dirty="0" err="1"/>
              <a:t>formas</a:t>
            </a:r>
            <a:r>
              <a:rPr dirty="0"/>
              <a:t> de </a:t>
            </a:r>
            <a:r>
              <a:rPr dirty="0" err="1"/>
              <a:t>repetição</a:t>
            </a:r>
            <a:r>
              <a:rPr dirty="0"/>
              <a:t> para </a:t>
            </a:r>
            <a:r>
              <a:rPr dirty="0" err="1"/>
              <a:t>executar</a:t>
            </a:r>
            <a:r>
              <a:rPr dirty="0"/>
              <a:t> </a:t>
            </a:r>
            <a:r>
              <a:rPr dirty="0" err="1"/>
              <a:t>blocos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diversas</a:t>
            </a:r>
            <a:r>
              <a:rPr dirty="0"/>
              <a:t> </a:t>
            </a:r>
            <a:r>
              <a:rPr dirty="0" err="1"/>
              <a:t>vezes</a:t>
            </a:r>
            <a:r>
              <a:rPr dirty="0"/>
              <a:t>.</a:t>
            </a:r>
          </a:p>
          <a:p>
            <a:r>
              <a:rPr dirty="0" err="1" smtClean="0"/>
              <a:t>Aprender</a:t>
            </a:r>
            <a:r>
              <a:rPr dirty="0" smtClean="0"/>
              <a:t> </a:t>
            </a:r>
            <a:r>
              <a:rPr dirty="0"/>
              <a:t>o </a:t>
            </a:r>
            <a:r>
              <a:rPr dirty="0" err="1"/>
              <a:t>uso</a:t>
            </a:r>
            <a:r>
              <a:rPr dirty="0"/>
              <a:t> de while, for, range, break e continue.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Laço while - Sintaxe 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 err="1" smtClean="0"/>
              <a:t>Sintaxe</a:t>
            </a:r>
            <a:r>
              <a:rPr dirty="0" smtClean="0"/>
              <a:t> </a:t>
            </a:r>
            <a:r>
              <a:rPr dirty="0" err="1"/>
              <a:t>básica</a:t>
            </a:r>
            <a:r>
              <a:rPr dirty="0"/>
              <a:t>:</a:t>
            </a:r>
          </a:p>
          <a:p>
            <a:r>
              <a:rPr dirty="0" err="1"/>
              <a:t>contador</a:t>
            </a:r>
            <a:r>
              <a:rPr dirty="0"/>
              <a:t> = 0</a:t>
            </a:r>
          </a:p>
          <a:p>
            <a:r>
              <a:rPr dirty="0"/>
              <a:t>while </a:t>
            </a:r>
            <a:r>
              <a:rPr dirty="0" err="1"/>
              <a:t>contador</a:t>
            </a:r>
            <a:r>
              <a:rPr dirty="0"/>
              <a:t> &lt; 5:</a:t>
            </a:r>
          </a:p>
          <a:p>
            <a:r>
              <a:rPr dirty="0"/>
              <a:t>    print(</a:t>
            </a:r>
            <a:r>
              <a:rPr dirty="0" err="1"/>
              <a:t>contador</a:t>
            </a:r>
            <a:r>
              <a:rPr dirty="0"/>
              <a:t>)</a:t>
            </a:r>
          </a:p>
          <a:p>
            <a:r>
              <a:rPr dirty="0"/>
              <a:t>    </a:t>
            </a:r>
            <a:r>
              <a:rPr dirty="0" err="1"/>
              <a:t>contador</a:t>
            </a:r>
            <a:r>
              <a:rPr dirty="0"/>
              <a:t> += 1</a:t>
            </a:r>
          </a:p>
          <a:p>
            <a:endParaRPr dirty="0"/>
          </a:p>
          <a:p>
            <a:r>
              <a:rPr dirty="0" err="1" smtClean="0"/>
              <a:t>Executa</a:t>
            </a:r>
            <a:r>
              <a:rPr dirty="0" smtClean="0"/>
              <a:t> </a:t>
            </a:r>
            <a:r>
              <a:rPr dirty="0"/>
              <a:t>o </a:t>
            </a:r>
            <a:r>
              <a:rPr dirty="0" err="1"/>
              <a:t>bloco</a:t>
            </a:r>
            <a:r>
              <a:rPr dirty="0"/>
              <a:t> </a:t>
            </a:r>
            <a:r>
              <a:rPr dirty="0" err="1"/>
              <a:t>enquanto</a:t>
            </a:r>
            <a:r>
              <a:rPr dirty="0"/>
              <a:t> a </a:t>
            </a:r>
            <a:r>
              <a:rPr dirty="0" err="1"/>
              <a:t>condição</a:t>
            </a:r>
            <a:r>
              <a:rPr dirty="0"/>
              <a:t> for </a:t>
            </a:r>
            <a:r>
              <a:rPr dirty="0" err="1"/>
              <a:t>verdadeira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Cuidados com o 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Evite </a:t>
            </a:r>
            <a:r>
              <a:rPr dirty="0"/>
              <a:t>loops </a:t>
            </a:r>
            <a:r>
              <a:rPr dirty="0" err="1"/>
              <a:t>infinitos</a:t>
            </a:r>
            <a:r>
              <a:rPr dirty="0"/>
              <a:t>!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de </a:t>
            </a:r>
            <a:r>
              <a:rPr dirty="0" err="1"/>
              <a:t>erro</a:t>
            </a:r>
            <a:r>
              <a:rPr dirty="0"/>
              <a:t>:</a:t>
            </a:r>
          </a:p>
          <a:p>
            <a:r>
              <a:rPr dirty="0"/>
              <a:t>while True:</a:t>
            </a:r>
          </a:p>
          <a:p>
            <a:r>
              <a:rPr dirty="0" smtClean="0"/>
              <a:t>print</a:t>
            </a:r>
            <a:r>
              <a:rPr dirty="0"/>
              <a:t>("Loop </a:t>
            </a:r>
            <a:r>
              <a:rPr dirty="0" err="1"/>
              <a:t>infinito</a:t>
            </a:r>
            <a:r>
              <a:rPr dirty="0"/>
              <a:t>!")</a:t>
            </a:r>
          </a:p>
          <a:p>
            <a:endParaRPr dirty="0"/>
          </a:p>
          <a:p>
            <a:r>
              <a:rPr dirty="0" err="1" smtClean="0"/>
              <a:t>Sempre</a:t>
            </a:r>
            <a:r>
              <a:rPr dirty="0" smtClean="0"/>
              <a:t> </a:t>
            </a:r>
            <a:r>
              <a:rPr dirty="0" err="1"/>
              <a:t>defina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condição</a:t>
            </a:r>
            <a:r>
              <a:rPr dirty="0"/>
              <a:t> de </a:t>
            </a:r>
            <a:r>
              <a:rPr dirty="0" err="1"/>
              <a:t>parada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Laço for - Intervalos e Coleções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 smtClean="0"/>
              <a:t>Usado</a:t>
            </a:r>
            <a:r>
              <a:rPr dirty="0" smtClean="0"/>
              <a:t> </a:t>
            </a:r>
            <a:r>
              <a:rPr dirty="0"/>
              <a:t>para </a:t>
            </a:r>
            <a:r>
              <a:rPr dirty="0" err="1"/>
              <a:t>percorrer</a:t>
            </a:r>
            <a:r>
              <a:rPr dirty="0"/>
              <a:t> </a:t>
            </a:r>
            <a:r>
              <a:rPr dirty="0" err="1"/>
              <a:t>sequências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com range: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range(5):</a:t>
            </a:r>
          </a:p>
          <a:p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com </a:t>
            </a:r>
            <a:r>
              <a:rPr dirty="0" err="1"/>
              <a:t>listas</a:t>
            </a:r>
            <a:r>
              <a:rPr dirty="0"/>
              <a:t>:</a:t>
            </a:r>
          </a:p>
          <a:p>
            <a:r>
              <a:rPr dirty="0" err="1"/>
              <a:t>nomes</a:t>
            </a:r>
            <a:r>
              <a:rPr dirty="0"/>
              <a:t> = ['Ana', 'Bruno']</a:t>
            </a:r>
          </a:p>
          <a:p>
            <a:r>
              <a:rPr dirty="0"/>
              <a:t>for </a:t>
            </a:r>
            <a:r>
              <a:rPr dirty="0" err="1"/>
              <a:t>nome</a:t>
            </a:r>
            <a:r>
              <a:rPr dirty="0"/>
              <a:t> in </a:t>
            </a:r>
            <a:r>
              <a:rPr dirty="0" err="1"/>
              <a:t>nomes</a:t>
            </a:r>
            <a:r>
              <a:rPr dirty="0"/>
              <a:t>:</a:t>
            </a:r>
          </a:p>
          <a:p>
            <a:r>
              <a:rPr dirty="0"/>
              <a:t>    print(</a:t>
            </a:r>
            <a:r>
              <a:rPr dirty="0" err="1"/>
              <a:t>nome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range()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Cria</a:t>
            </a:r>
            <a:r>
              <a:rPr dirty="0" smtClean="0"/>
              <a:t> </a:t>
            </a:r>
            <a:r>
              <a:rPr dirty="0" err="1"/>
              <a:t>sequências</a:t>
            </a:r>
            <a:r>
              <a:rPr dirty="0"/>
              <a:t> </a:t>
            </a:r>
            <a:r>
              <a:rPr dirty="0" err="1"/>
              <a:t>numéricas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Exemplos</a:t>
            </a:r>
            <a:r>
              <a:rPr dirty="0"/>
              <a:t>:</a:t>
            </a:r>
          </a:p>
          <a:p>
            <a:r>
              <a:rPr dirty="0"/>
              <a:t>range(5) → 0,1,2,3,4</a:t>
            </a:r>
          </a:p>
          <a:p>
            <a:r>
              <a:rPr dirty="0"/>
              <a:t>range(1,6) → 1,2,3,4,5</a:t>
            </a:r>
          </a:p>
          <a:p>
            <a:r>
              <a:rPr dirty="0"/>
              <a:t>range(0,10,2) → 0,2,4,6,8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Laços Aninhados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Um </a:t>
            </a:r>
            <a:r>
              <a:rPr dirty="0"/>
              <a:t>loop </a:t>
            </a:r>
            <a:r>
              <a:rPr dirty="0" err="1"/>
              <a:t>dentro</a:t>
            </a:r>
            <a:r>
              <a:rPr dirty="0"/>
              <a:t> de outro.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range(3):</a:t>
            </a:r>
          </a:p>
          <a:p>
            <a:r>
              <a:rPr dirty="0"/>
              <a:t>    for j in range(2):</a:t>
            </a:r>
          </a:p>
          <a:p>
            <a:r>
              <a:rPr dirty="0"/>
              <a:t>        print(</a:t>
            </a:r>
            <a:r>
              <a:rPr dirty="0" err="1"/>
              <a:t>f"i</a:t>
            </a:r>
            <a:r>
              <a:rPr dirty="0"/>
              <a:t>={</a:t>
            </a:r>
            <a:r>
              <a:rPr dirty="0" err="1"/>
              <a:t>i</a:t>
            </a:r>
            <a:r>
              <a:rPr dirty="0"/>
              <a:t>}, j={j}")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Comandos break e continue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 smtClean="0"/>
              <a:t>break </a:t>
            </a:r>
            <a:r>
              <a:rPr dirty="0"/>
              <a:t>→ </a:t>
            </a:r>
            <a:r>
              <a:rPr dirty="0" err="1"/>
              <a:t>Interrompe</a:t>
            </a:r>
            <a:r>
              <a:rPr dirty="0"/>
              <a:t> o loop.</a:t>
            </a:r>
          </a:p>
          <a:p>
            <a:r>
              <a:rPr dirty="0" smtClean="0"/>
              <a:t>continue </a:t>
            </a:r>
            <a:r>
              <a:rPr dirty="0"/>
              <a:t>→ Pula para a </a:t>
            </a:r>
            <a:r>
              <a:rPr dirty="0" err="1"/>
              <a:t>próxima</a:t>
            </a:r>
            <a:r>
              <a:rPr dirty="0"/>
              <a:t> </a:t>
            </a:r>
            <a:r>
              <a:rPr dirty="0" err="1"/>
              <a:t>iteração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break: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range(5):</a:t>
            </a:r>
          </a:p>
          <a:p>
            <a:r>
              <a:rPr dirty="0"/>
              <a:t>    if </a:t>
            </a:r>
            <a:r>
              <a:rPr dirty="0" err="1"/>
              <a:t>i</a:t>
            </a:r>
            <a:r>
              <a:rPr dirty="0"/>
              <a:t> == 3:</a:t>
            </a:r>
          </a:p>
          <a:p>
            <a:r>
              <a:rPr dirty="0"/>
              <a:t>        break</a:t>
            </a:r>
          </a:p>
          <a:p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Exemplo</a:t>
            </a:r>
            <a:r>
              <a:rPr dirty="0"/>
              <a:t> continue:</a:t>
            </a:r>
          </a:p>
          <a:p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range(5):</a:t>
            </a:r>
          </a:p>
          <a:p>
            <a:r>
              <a:rPr dirty="0"/>
              <a:t>    if </a:t>
            </a:r>
            <a:r>
              <a:rPr dirty="0" err="1"/>
              <a:t>i</a:t>
            </a:r>
            <a:r>
              <a:rPr dirty="0"/>
              <a:t> == 3:</a:t>
            </a:r>
          </a:p>
          <a:p>
            <a:r>
              <a:rPr dirty="0"/>
              <a:t>        continue</a:t>
            </a:r>
          </a:p>
          <a:p>
            <a:r>
              <a:rPr dirty="0"/>
              <a:t>    print(</a:t>
            </a:r>
            <a:r>
              <a:rPr dirty="0" err="1"/>
              <a:t>i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Resumo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 smtClean="0"/>
              <a:t>Laço</a:t>
            </a:r>
            <a:r>
              <a:rPr dirty="0" smtClean="0"/>
              <a:t> </a:t>
            </a:r>
            <a:r>
              <a:rPr dirty="0"/>
              <a:t>while</a:t>
            </a:r>
          </a:p>
          <a:p>
            <a:r>
              <a:rPr dirty="0" err="1" smtClean="0"/>
              <a:t>Laço</a:t>
            </a:r>
            <a:r>
              <a:rPr dirty="0" smtClean="0"/>
              <a:t> </a:t>
            </a:r>
            <a:r>
              <a:rPr dirty="0"/>
              <a:t>for</a:t>
            </a:r>
          </a:p>
          <a:p>
            <a:r>
              <a:rPr dirty="0" err="1" smtClean="0"/>
              <a:t>Função</a:t>
            </a:r>
            <a:r>
              <a:rPr dirty="0" smtClean="0"/>
              <a:t> </a:t>
            </a:r>
            <a:r>
              <a:rPr dirty="0"/>
              <a:t>range()</a:t>
            </a:r>
          </a:p>
          <a:p>
            <a:r>
              <a:rPr dirty="0" err="1" smtClean="0"/>
              <a:t>Laços</a:t>
            </a:r>
            <a:r>
              <a:rPr dirty="0" smtClean="0"/>
              <a:t> </a:t>
            </a:r>
            <a:r>
              <a:rPr dirty="0" err="1"/>
              <a:t>aninhados</a:t>
            </a:r>
            <a:endParaRPr dirty="0"/>
          </a:p>
          <a:p>
            <a:r>
              <a:rPr dirty="0" err="1" smtClean="0"/>
              <a:t>Comandos</a:t>
            </a:r>
            <a:r>
              <a:rPr dirty="0" smtClean="0"/>
              <a:t> </a:t>
            </a:r>
            <a:r>
              <a:rPr dirty="0"/>
              <a:t>break e continue</a:t>
            </a:r>
          </a:p>
          <a:p>
            <a:endParaRPr dirty="0"/>
          </a:p>
          <a:p>
            <a:r>
              <a:rPr dirty="0"/>
              <a:t>👉 </a:t>
            </a:r>
            <a:r>
              <a:rPr dirty="0" err="1"/>
              <a:t>Próxima</a:t>
            </a:r>
            <a:r>
              <a:rPr dirty="0"/>
              <a:t> aula: </a:t>
            </a:r>
            <a:r>
              <a:rPr dirty="0" err="1"/>
              <a:t>Listas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276</Words>
  <Application>Microsoft Office PowerPoint</Application>
  <PresentationFormat>Apresentação na tela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Estruturas de Repetição em Python</vt:lpstr>
      <vt:lpstr>Objetivo da Aula</vt:lpstr>
      <vt:lpstr>Laço while - Sintaxe e Uso</vt:lpstr>
      <vt:lpstr>Cuidados com o while</vt:lpstr>
      <vt:lpstr>Laço for - Intervalos e Coleções</vt:lpstr>
      <vt:lpstr>Função range()</vt:lpstr>
      <vt:lpstr>Laços Aninhados</vt:lpstr>
      <vt:lpstr>Comandos break e continue</vt:lpstr>
      <vt:lpstr>Resumo da Aula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Estruturas de Repetição em Python</dc:title>
  <dc:subject/>
  <dc:creator/>
  <cp:keywords/>
  <dc:description>generated using python-pptx</dc:description>
  <cp:lastModifiedBy>André Borges</cp:lastModifiedBy>
  <cp:revision>2</cp:revision>
  <dcterms:created xsi:type="dcterms:W3CDTF">2013-01-27T09:14:16Z</dcterms:created>
  <dcterms:modified xsi:type="dcterms:W3CDTF">2025-06-24T15:18:38Z</dcterms:modified>
  <cp:category/>
</cp:coreProperties>
</file>