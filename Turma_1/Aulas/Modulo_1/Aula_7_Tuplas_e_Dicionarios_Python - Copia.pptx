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Tuplas e Dicionários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Estruturas de Dados Fundamentais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Conhecer outras estruturas de dados fundamentais em Python.</a:t>
            </a:r>
          </a:p>
          <a:p>
            <a:r>
              <a:t>✔ Entender o uso de Tuplas e Dicionários.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Definição de Tuplas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Tuplas são coleções ordenadas e imutáveis de dados.</a:t>
            </a:r>
          </a:p>
          <a:p/>
          <a:p>
            <a:r>
              <a:t>Exemplo de criação:</a:t>
            </a:r>
          </a:p>
          <a:p>
            <a:r>
              <a:t>cores = ('vermelho', 'verde', 'azul')</a:t>
            </a:r>
          </a:p>
          <a:p/>
          <a:p>
            <a:r>
              <a:t>✔ Elementos acessados por índice, como nas listas.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Diferença entre Tuplas e Listas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Listas são mutáveis (podem ser alteradas).</a:t>
            </a:r>
          </a:p>
          <a:p>
            <a:r>
              <a:t>✔ Tuplas são imutáveis (não podem ser modificadas após a criação).</a:t>
            </a:r>
          </a:p>
          <a:p/>
          <a:p>
            <a:r>
              <a:t>Exemplo:</a:t>
            </a:r>
          </a:p>
          <a:p>
            <a:r>
              <a:t>lista = [1, 2, 3] → Pode adicionar ou remover elementos.</a:t>
            </a:r>
          </a:p>
          <a:p>
            <a:r>
              <a:t>tupla = (1, 2, 3) → Não permite alteração.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de Dicionários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Dicionários armazenam pares chave:valor.</a:t>
            </a:r>
          </a:p>
          <a:p/>
          <a:p>
            <a:r>
              <a:t>Exemplo de criação:</a:t>
            </a:r>
          </a:p>
          <a:p>
            <a:r>
              <a:t>aluno = {</a:t>
            </a:r>
          </a:p>
          <a:p>
            <a:r>
              <a:t>    'nome': 'Ana',</a:t>
            </a:r>
          </a:p>
          <a:p>
            <a:r>
              <a:t>    'idade': 20,</a:t>
            </a:r>
          </a:p>
          <a:p>
            <a:r>
              <a:t>    'curso': 'Python'</a:t>
            </a:r>
          </a:p>
          <a:p>
            <a:r>
              <a:t>}</a:t>
            </a:r>
          </a:p>
          <a:p/>
          <a:p>
            <a:r>
              <a:t>✔ Acesso por chave:</a:t>
            </a:r>
          </a:p>
          <a:p>
            <a:r>
              <a:t>print(aluno['nome']) → 'Ana'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Dicionários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Ideal para representar entidades com propriedades.</a:t>
            </a:r>
          </a:p>
          <a:p>
            <a:r>
              <a:t>✔ Permite adicionar, alterar e excluir chaves/valores.</a:t>
            </a:r>
          </a:p>
          <a:p/>
          <a:p>
            <a:r>
              <a:t>Exemplo:</a:t>
            </a:r>
          </a:p>
          <a:p>
            <a:r>
              <a:t>aluno['idade'] = 21  # Alterar valor</a:t>
            </a:r>
          </a:p>
          <a:p>
            <a:r>
              <a:t>aluno['cidade'] = 'São Paulo'  # Nova chave</a:t>
            </a:r>
          </a:p>
          <a:p>
            <a:r>
              <a:t>del aluno['curso']  # Remover chave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Definição e criação de tuplas</a:t>
            </a:r>
          </a:p>
          <a:p>
            <a:r>
              <a:t>✔ Diferenças entre tuplas e listas</a:t>
            </a:r>
          </a:p>
          <a:p>
            <a:r>
              <a:t>✔ Estrutura e uso de dicionários</a:t>
            </a:r>
          </a:p>
          <a:p/>
          <a:p>
            <a:r>
              <a:t>👉 Próxima aula: Funções em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