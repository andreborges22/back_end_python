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Funções em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Blocos Reutilizáveis de Código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da Aula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Ensinar como organizar o código em blocos reutilizáveis.</a:t>
            </a:r>
          </a:p>
          <a:p>
            <a:r>
              <a:t>✔ Entender definição, argumentos, retorno e escopo de funções.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Definição e Chamada de Funções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Definindo uma função:</a:t>
            </a:r>
          </a:p>
          <a:p>
            <a:r>
              <a:t>def saudacao():</a:t>
            </a:r>
          </a:p>
          <a:p>
            <a:r>
              <a:t>    print("Olá, seja bem-vindo!")</a:t>
            </a:r>
          </a:p>
          <a:p/>
          <a:p>
            <a:r>
              <a:t>✔ Chamando a função:</a:t>
            </a:r>
          </a:p>
          <a:p>
            <a:r>
              <a:t>saudacao()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Argumentos e Parâmetros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Parâmetros são definidos na criação da função.</a:t>
            </a:r>
          </a:p>
          <a:p>
            <a:r>
              <a:t>✔ Argumentos são os valores passados na chamada.</a:t>
            </a:r>
          </a:p>
          <a:p/>
          <a:p>
            <a:r>
              <a:t>Exemplo:</a:t>
            </a:r>
          </a:p>
          <a:p>
            <a:r>
              <a:t>def somar(a, b):</a:t>
            </a:r>
          </a:p>
          <a:p>
            <a:r>
              <a:t>    return a + b</a:t>
            </a:r>
          </a:p>
          <a:p/>
          <a:p>
            <a:r>
              <a:t>resultado = somar(3, 5)</a:t>
            </a:r>
          </a:p>
          <a:p>
            <a:r>
              <a:t>print(resultado) →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Retorno de Valores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Uma função pode retornar valores usando return.</a:t>
            </a:r>
          </a:p>
          <a:p/>
          <a:p>
            <a:r>
              <a:t>Exemplo:</a:t>
            </a:r>
          </a:p>
          <a:p>
            <a:r>
              <a:t>def quadrado(x):</a:t>
            </a:r>
          </a:p>
          <a:p>
            <a:r>
              <a:t>    return x * x</a:t>
            </a:r>
          </a:p>
          <a:p/>
          <a:p>
            <a:r>
              <a:t>print(quadrado(4)) →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Escopo de Variáveis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Escopo local:</a:t>
            </a:r>
          </a:p>
          <a:p>
            <a:r>
              <a:t>Variável criada dentro da função só existe ali.</a:t>
            </a:r>
          </a:p>
          <a:p/>
          <a:p>
            <a:r>
              <a:t>✔ Escopo global:</a:t>
            </a:r>
          </a:p>
          <a:p>
            <a:r>
              <a:t>Variável criada fora da função pode ser acessada em qualquer lugar (com cuidado).</a:t>
            </a:r>
          </a:p>
          <a:p/>
          <a:p>
            <a:r>
              <a:t>Exemplo:</a:t>
            </a:r>
          </a:p>
          <a:p>
            <a:r>
              <a:t>x = 10</a:t>
            </a:r>
          </a:p>
          <a:p>
            <a:r>
              <a:t>def funcao():</a:t>
            </a:r>
          </a:p>
          <a:p>
            <a:r>
              <a:t>    x = 5</a:t>
            </a:r>
          </a:p>
          <a:p>
            <a:r>
              <a:t>    print(x)</a:t>
            </a:r>
          </a:p>
          <a:p/>
          <a:p>
            <a:r>
              <a:t>funcao() → 5</a:t>
            </a:r>
          </a:p>
          <a:p>
            <a:r>
              <a:t>print(x) →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Resumo da Aula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Definição e chamada de funções</a:t>
            </a:r>
          </a:p>
          <a:p>
            <a:r>
              <a:t>✔ Argumentos e parâmetros</a:t>
            </a:r>
          </a:p>
          <a:p>
            <a:r>
              <a:t>✔ Retorno de valores</a:t>
            </a:r>
          </a:p>
          <a:p>
            <a:r>
              <a:t>✔ Escopo de variáveis</a:t>
            </a:r>
          </a:p>
          <a:p/>
          <a:p>
            <a:r>
              <a:t>👉 Próxima aula: Manipulação de Arquivos em Python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